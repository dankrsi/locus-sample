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Aurora-3 Avionics Bracket — PDR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4EFE8"/>
                </a:solidFill>
              </a:rPr>
              <a:t>Preliminary design review · February 3,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C45"/>
                </a:solidFill>
              </a:rPr>
              <a:t>Configuration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</a:rPr>
              <a:t>6061-T6 aluminium L-bracket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</a:rPr>
              <a:t>Mounting flange 2.0 mm thick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</a:rPr>
              <a:t>4 × #8-32 A286 fasteners to deck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</a:rPr>
              <a:t>Avionics box 1.62 kg</a:t>
            </a:r>
            <a:endParaRPr lang="en-US" sz="1800" dirty="0"/>
          </a:p>
        </p:txBody>
      </p:sp>
      <p:pic>
        <p:nvPicPr>
          <p:cNvPr id="5" name="Image 0" descr="C:\dev\smart-doc-link\test-output\sample-assets\bra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097280"/>
            <a:ext cx="4480560" cy="2587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C45"/>
                </a:solidFill>
              </a:rPr>
              <a:t>Requirements: factors of safety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C45"/>
                          </a:solidFill>
                        </a:rPr>
                        <a:t>Factor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C45"/>
                          </a:solidFill>
                        </a:rPr>
                        <a:t>Value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C45"/>
                          </a:solidFill>
                        </a:rPr>
                        <a:t>Source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Ultimate design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1.4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NASA-STD-5001B Table 1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Yield design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1.25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NASA-STD-5001B Table 1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Qualification test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1.2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Protoflight approach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C45"/>
                </a:solidFill>
              </a:rPr>
              <a:t>Quasi-static loads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C45"/>
                          </a:solidFill>
                        </a:rPr>
                        <a:t>Axis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C45"/>
                          </a:solidFill>
                        </a:rPr>
                        <a:t>Load factor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C45"/>
                          </a:solidFill>
                        </a:rPr>
                        <a:t>Limit force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12 g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219 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Y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12 g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219 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Z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18 g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328 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C45"/>
                </a:solidFill>
              </a:rPr>
              <a:t>Margins of safety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C45"/>
                          </a:solidFill>
                        </a:rPr>
                        <a:t>Part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C45"/>
                          </a:solidFill>
                        </a:rPr>
                        <a:t>Mode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C45"/>
                          </a:solidFill>
                        </a:rPr>
                        <a:t>MS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C45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Flange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Bending, ultimate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0.23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OK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Flange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Bending, yield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0.15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Bolt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Tension, ultimate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OK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E10"/>
                </a:solidFill>
              </a:rPr>
              <a:t>Flange yield margin is below the 0.15 project threshold → action PDR-1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C45"/>
                </a:solidFill>
              </a:rPr>
              <a:t>Open items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</a:rPr>
              <a:t>PDR-1: increase flange thickness or change material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</a:rPr>
              <a:t>PDR-2: apply fitting factor to fastener analysis (NASA-STD-5020B)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</a:rPr>
              <a:t>PDR-3: plan protoflight vibration test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2026-10-25T18:08:27Z</dcterms:created>
  <dcterms:modified xsi:type="dcterms:W3CDTF">2026-10-25T18:08:27Z</dcterms:modified>
</cp:coreProperties>
</file>